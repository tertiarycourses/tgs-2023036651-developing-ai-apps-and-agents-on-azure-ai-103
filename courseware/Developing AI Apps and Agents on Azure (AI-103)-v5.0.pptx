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availability</c:v>
                </c:pt>
                <c:pt idx="1">
                  <c:v>p95 latency</c:v>
                </c:pt>
                <c:pt idx="2">
                  <c:v>error rate</c:v>
                </c:pt>
                <c:pt idx="3">
                  <c:v>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99.95</c:v>
                </c:pt>
                <c:pt idx="1">
                  <c:v>82</c:v>
                </c:pt>
                <c:pt idx="2">
                  <c:v>1.2</c:v>
                </c:pt>
                <c:pt idx="3">
                  <c:v>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allowed</c:v>
                </c:pt>
                <c:pt idx="1">
                  <c:v>review</c:v>
                </c:pt>
                <c:pt idx="2">
                  <c:v>blocked</c:v>
                </c:pt>
                <c:pt idx="3">
                  <c:v>false positive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11</c:v>
                </c:pt>
                <c:pt idx="2">
                  <c:v>12</c:v>
                </c:pt>
                <c:pt idx="3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hybrid</c:v>
                </c:pt>
                <c:pt idx="2">
                  <c:v>+ reranker</c:v>
                </c:pt>
                <c:pt idx="3">
                  <c:v>+ filters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0.72</c:v>
                </c:pt>
                <c:pt idx="2">
                  <c:v>0.81</c:v>
                </c:pt>
                <c:pt idx="3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6845B"/>
            </a:solidFill>
          </c:spPr>
          <c:cat>
            <c:strRef>
              <c:f>Sheet1!$A$2:$A$4</c:f>
              <c:strCache>
                <c:ptCount val="3"/>
                <c:pt idx="0">
                  <c:v>prompt agent</c:v>
                </c:pt>
                <c:pt idx="1">
                  <c:v>hosted agent</c:v>
                </c:pt>
                <c:pt idx="2">
                  <c:v>multi-agent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58</c:v>
                </c:pt>
                <c:pt idx="2">
                  <c:v>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prompt agent</c:v>
                </c:pt>
                <c:pt idx="1">
                  <c:v>hosted agent</c:v>
                </c:pt>
                <c:pt idx="2">
                  <c:v>multi-agent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58</c:v>
                </c:pt>
                <c:pt idx="2">
                  <c:v>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grounded</c:v>
                </c:pt>
                <c:pt idx="1">
                  <c:v>needs review</c:v>
                </c:pt>
                <c:pt idx="2">
                  <c:v>unsafe</c:v>
                </c:pt>
                <c:pt idx="3">
                  <c:v>unsupported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20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grounded extraction</c:v>
                </c:pt>
                <c:pt idx="1">
                  <c:v>translation check</c:v>
                </c:pt>
                <c:pt idx="2">
                  <c:v>PII review</c:v>
                </c:pt>
                <c:pt idx="3">
                  <c:v>human 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84</c:v>
                </c:pt>
                <c:pt idx="2">
                  <c:v>100</c:v>
                </c:pt>
                <c:pt idx="3">
                  <c:v>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6845B"/>
            </a:solidFill>
          </c:spPr>
          <c:cat>
            <c:strRef>
              <c:f>Sheet1!$A$2:$A$5</c:f>
              <c:strCache>
                <c:ptCount val="4"/>
                <c:pt idx="0">
                  <c:v>quiet</c:v>
                </c:pt>
                <c:pt idx="1">
                  <c:v>office</c:v>
                </c:pt>
                <c:pt idx="2">
                  <c:v>street</c:v>
                </c:pt>
                <c:pt idx="3">
                  <c:v>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11.4</c:v>
                </c:pt>
                <c:pt idx="2">
                  <c:v>19.7</c:v>
                </c:pt>
                <c:pt idx="3">
                  <c:v>14.2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invoice</c:v>
                </c:pt>
                <c:pt idx="1">
                  <c:v>receipt</c:v>
                </c:pt>
                <c:pt idx="2">
                  <c:v>contract</c:v>
                </c:pt>
                <c:pt idx="3">
                  <c:v>mixed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</c:v>
                </c:pt>
                <c:pt idx="1">
                  <c:v>0.91</c:v>
                </c:pt>
                <c:pt idx="2">
                  <c:v>0.79</c:v>
                </c:pt>
                <c:pt idx="3">
                  <c:v>0.73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BM25</c:v>
                </c:pt>
                <c:pt idx="1">
                  <c:v>vector</c:v>
                </c:pt>
                <c:pt idx="2">
                  <c:v>hybrid RRF</c:v>
                </c:pt>
                <c:pt idx="3">
                  <c:v>+ semantic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0.69</c:v>
                </c:pt>
                <c:pt idx="2">
                  <c:v>0.78</c:v>
                </c:pt>
                <c:pt idx="3">
                  <c:v>0.84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redentials/certifications/resources/study-guides/ai-10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6651-Developing-AI-Apps-and-Agents-on-Azure-AI-103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" TargetMode="Externa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102-foundry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502920"/>
            <a:ext cx="5943600" cy="5303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5488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48132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WSQ · INSTRUCTOR-LED · 2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61B26"/>
                </a:solidFill>
                <a:latin typeface="Arial"/>
              </a:rPr>
              <a:t>Developing AI Apps and Agents on Azure (AI-103)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Course Code: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78224"/>
            <a:ext cx="5074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56048"/>
            <a:ext cx="2788920" cy="585216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13892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Version 5.0 · 27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WSQ requirements · learning outcomes · evidence expectations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the morning attendance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the afternoon attendance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assessment attendance before sitting papers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At least 75% attendance and Competent outcome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TRAINING TEAM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310128" cy="4069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2240280"/>
            <a:ext cx="1426464" cy="142646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263347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TIA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61B26"/>
                </a:solidFill>
                <a:latin typeface="Arial"/>
              </a:rPr>
              <a:t>Tertiary Infotech
Academy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599432"/>
            <a:ext cx="2706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372"/>
                </a:solidFill>
                <a:latin typeface="Arial"/>
              </a:rPr>
              <a:t>Microsoft Azure AI
training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8366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6537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Tertiary Infotech Academy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432304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432304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5603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4203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WSQ Technical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108960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108960"/>
            <a:ext cx="73152" cy="576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2369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18688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Azure AI and adult-learning credentials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785616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785616"/>
            <a:ext cx="73152" cy="57607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91363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895344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Microsoft Foundry, Azure AI services, MLOps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462272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4462272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59028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572000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Applied cloud AI delivery and facilitation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513892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5138928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526694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4865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Introduced during the opening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310128" cy="4069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2240280"/>
            <a:ext cx="1426464" cy="14264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263347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599432"/>
            <a:ext cx="2706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372"/>
                </a:solidFill>
                <a:latin typeface="Arial"/>
              </a:rPr>
              <a:t>Principal Trainer
AI, automation, and 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8366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6537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432304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432304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5603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4203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108960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108960"/>
            <a:ext cx="73152" cy="576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2369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18688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PhD; Azure AI and software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785616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785616"/>
            <a:ext cx="73152" cy="57607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91363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895344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AI solutions, agents, automation, apps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462272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4462272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59028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572000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Industry implementation and adult learning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513892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5138928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526694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4865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Shared during 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PUNCTUAL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Return from breaks on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Explain decisions and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synthetic/non-confidential inputs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ASK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Raise blockers before they cascade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Analyse Azure AI algorithms and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Evaluate strengths and 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Assess feasibility and improvements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Explain what proves each conclusion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9:00 AM–6:00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1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Foundry project, model evaluation, chat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1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Agents, custom tools, vision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2 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 analysis, text agent, content understanding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2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Knowledge mining + 2-hour 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CURRENT AS OF 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AI-103 Course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AI-103: Developing AI Apps and Agents on 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Skills measured from 16 Apr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WSQ TGS-2023036651 · two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Foundry apps, agents, multimodal and extraction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Current Microsoft certification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AI-103: Developing AI Apps and Agents on Azure · skills measured from 16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Microsoft Learn · AI-103 Study Guide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READ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approved slides and Learner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 discussion or shared answers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Answer every K/A criterion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Upload through the LMS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 open-ended questions · K1–K6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 lab-evidence tasks · A1–A6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minutes each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Submit on LMS + sign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Download the learner materials and submit the two candidate papers on the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  <a:hlinkClick r:id="rId2"/>
              </a:rPr>
              <a:t>LMS-TMS · Courseware and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Open the ten numbered lab guides and the pinned, unchanged MicrosoftLearning source snapshots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GitHub · AI-103 Official Lab Materials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Foundry planning · models · chat · agents ·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Plan a Foundry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 AND MANAGE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PLAN AND MANAGE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Plan a Foundry project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Managed identity + least-privilege RBAC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Private endpoint + controlled egress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Foundry project, models, tools, connections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Monitor logs, metrics, traces, 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Plan a Foundry project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Classify workload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Provision identity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Apply network controls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Observe SLOs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Plan a Foundry project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Project endpoint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https://&lt;resource&gt;.services.ai.azure.com/api/projects/&lt;project&gt;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Foundry SDK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Auth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DefaultAzureCredential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Entra token; avoid embedded keys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RBAC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Foundry User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Project development; check endpoint-specific inference role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Diagnostics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RequestResponse + Audit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Send to Log Analytics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Plan a Foundry project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from azure.identity import DefaultAzureCredential
from azure.ai.projects import AIProjectClient
client = AIProjectClient(endpoint=PROJECT_ENDPOINT,
                         credential=DefaultAzureCredential())
for conn in client.connections.list():
    print(conn.name, conn.type)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Plan a Foundry project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dashboard: availability is a percentage; other values are normalized to target. Investigate any measure below its target band.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Plan a Foundry project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workload need Foundry-native agents, evaluation, or tracing?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Foundry SDK + project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the task-specific Foundry Tool or OpenAI-compatible endpoint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Plan a Foundry project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401 / 403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Identity lacks data-plane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Verify principal, scope, and token audience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Quota or rate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Retry with backoff; request quota or scale units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Network/DNS/private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Resolve FQDN from workload subnet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Blind spot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Diagnostics not routed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Enable categories and alert ownership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01: Plan a Foundry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Plan a Foundry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01 · labs/lab-01-plan-a-foundry-project/README.md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mslearn-ai-studio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b702dc2fd9f9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01-Explore-ai-studio.md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Plan and manage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01-Explore-ai-studio.md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Instructions/Exercises/01-Explore-ai-studio.md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LICENSE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from azure.identity import DefaultAzureCredential
from azure.ai.projects import AIProjectClient
client = AIProjectClient(endpoint=PROJECT_ENDPOINT,
                         credential=DefaultAzureCredential())
for conn in client.connections.list():
    print(conn.name, conn.type)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Project endpoint: https://&lt;resource&gt;.services.ai.azure.com/api/projects/&lt;project&gt;  # Foundry SDK
Auth: DefaultAzureCredential  # Entra token; avoid embedded keys
RBAC: Foundry User  # Project development; check endpoint-specific inference role
Diagnostics: RequestResponse + Audit  # Send to Log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Identity: Managed identity + least-privilege RBAC
Network: Private endpoint + controlled egress
Runtime: Foundry project, models, tools, connections
Evidence: Azure Monitor logs, metrics, traces, alerts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project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Deploy and test a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View Foundry Azure resource and project endpoints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Install the Foundry Toolkit extension for Visual Studio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Instructions/Exercises/01-Explore-ai-studio.md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01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01: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official/mslearn-ai-studio/Instructions/Exercises/01-Explore-ai-studio.md;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Evaluate models and release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 AND MANAGE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Evaluate models and release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responsible-ai-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Prompt shields + content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Model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Deployment filters + approved model/version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Severity thresholds + groundedness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Human escalation + audit + incident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PLAN AND MANAGE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Evaluate models and release guardrails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Prompt shields + content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Model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Deployment filters + approved model/version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Severity thresholds + groundedness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Human escalation + audit + incident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Evaluate models and release guardrails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Discover risk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Measure baseline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Mitigate controls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Release with limits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Monitor &amp; improve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Evaluate models and release guardrails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Hate / Sexual / Violence / Self-harm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severity 0–6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Block at policy threshold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Prompt attack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direct / indirect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Reject, sanitize, or isolate tools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PII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category + offset + 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Redact or route to reviewer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Decision record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model, dataset, metric, owner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Versioned audit evidence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Evaluate models and release guardrails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POST /contentsafety/text:analyze?api-version=2024-09-01
{
  "text": user_text,
  "categories": ["Hate", "Violence", "SelfHarm", "Sexual"],
  "outputType": "FourSeverityLevels"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Evaluate models and release guardrails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evaluation set: tune policy against both unsafe misses and legitimate-content false positives; one aggregate safety score is insufficient.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Evaluate models and release guardrails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Could a model action create material harm or irreversible change?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Require human approval and durable audit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Automate within tested thresholds and monitor exceptions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Evaluate models and release guardrails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Over-blocking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Threshold too conservative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Segment policy by channel and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Jailbreak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Instruction hierarchy compromised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Isolate untrusted content and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Data leak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Prompt/output contains sensitive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Redact, minimize retention, restrict logging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Incident cannot be escalated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Name response owner and SLA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02: Evaluate models and release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Evaluate models and release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02 · labs/lab-02-evaluate-models-and-release-guardrails/README.md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mslearn-ai-studio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b702dc2fd9f9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02-model-catalog-evaluation.md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Plan and manage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02-model-catalog-evaluation.md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tions/Exercises/02-model-catalog-evaluation.md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LICENSE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POST /contentsafety/text:analyze?api-version=2024-09-01
{
  "text": user_text,
  "categories": ["Hate", "Violence", "SelfHarm", "Sexual"],
  "outputType": "FourSeverityLevels"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Hate / Sexual / Violence / Self-harm: severity 0–6  # Block at policy threshold
Prompt attack: direct / indirect  # Reject, sanitize, or isolate tools
PII: category + offset + confidence  # Redact or route to reviewer
Decision record: model, dataset, metric, owner  # Versioned audit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Input guard: Prompt shields + content classification
Model policy: Deployment filters + approved model/version
Output guard: Severity thresholds + groundedness checks
Operations: Human escalation + audit + incident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project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Explore models in the catalog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Compare models using the model leaderboard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Deploy models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Instructions/Exercises/02-model-catalog-evaluation.md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02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02: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official/mslearn-ai-studio/Instructions/Exercises/02-model-catalog-evaluation.md;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Build a generative chat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GENERATIVE AI AND AGENTIC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GENERATIVE AI AND AGENTIC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generative chat app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Chunk, clean, enrich, preserve source 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 + vector fields in one search 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Hybrid search + filters + semantic rerank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Grounded prompt + citations +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generative chat app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Load corpus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Chunk + embed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Index metadata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Retrieve top-k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with citations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generative chat app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chunk_id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string, key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evidence identifier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content_vector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Collection(Edm.Single)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Dimensions match embedding model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filter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tenant_id eq 'T-42'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Security boundary before generation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top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5–20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Recall/latency trade-off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generative chat app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response = openai.responses.create(
    model=DEPLOYMENT,
    input=[{"role": "user", "content": question}],
    tools=[{"type": "file_search",
            "vector_store_ids": [STORE_ID]}]
)
print(response.output_text)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generative chat app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grounded-answer score: hybrid retrieval improves recall; reranking improves ordering; security filters may reduce recall and must be measured per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generative chat app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missing/current knowledge the primary failure?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RAG with governed sources and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fine-tuning only for repeatable behavior/style changes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generative chat app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Context absent or ignored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Require citations; answer 'not found'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 and query embeddings differ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one embedding model/config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 applied after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 at query/index boundary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Stale corpus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Indexer watermark failed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Track source version and last-success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03: Build a generative chat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Build a generative chat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03 · labs/lab-03-build-a-generative-chat-app/README.md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mslearn-ai-studio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b702dc2fd9f9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03-foundry-sdk.md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Generative AI and agentic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03-foundry-sdk.md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labfiles/foundry-chat/python/chat-app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Instructions/Exercises/03-foundry-sdk.md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Get a response
   stream = openai_client.responses.create(
                model=model_deployment,
                instructions="You are a helpful AI assistant that answers questions and provides information.",
                input=input_text,
                previous_response_id=last_response_id,
                stream=True
   )
   for event in stream:
        if event.type == "response.output_text.delta":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Get a response
   completion = openai_client.chat.completions.create(
        model=model_deployment,
        messages=[
            {
                "role": "system",
                "content": "You are a helpful AI assistant that answers questions and provides information."
            },
            {
                "role": "user",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Await an asynchronous response
   response = await async_client.responses.create(
                model=model_deployment,
                instructions="You are a helpful AI assistant that answers questions and provides information.",
                input=input_text,
                previous_response_id=last_response_id
   )
   assistant_text = response.output_text
   print("Assistant:", assistant_text)
   last_response_id = response.id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project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Deploy a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Get the endpoint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client application to chat with the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labfiles/foundry-chat/python/chat-app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Instructions/Exercises/03-foundry-sdk.md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03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03: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official/mslearn-ai-studio/Instructions/Exercises/03-foundry-sdk.md;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Build a Foundry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GENERATIVE AI AND AGENTIC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GENERATIVE AI AND AGENTIC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Foundry agent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 + model + tool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Typed schema, narrow permissions, timeouts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Conversation/session state separated by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Tracing, approvals, budgets, kill switch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Foundry agent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Receive 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Plan next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Call approved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Inspect observation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Stop or continue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Foundry agent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Tool schema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name + JSON parameters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unknown arguments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Dedicated agent principal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No shared admin 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max turns / tokens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Hard termination condition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span, tool call, result, decision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Replayable evidence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Foundry agent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agent = project.agents.create_version(
    agent_name="support-triage",
    definition=PromptAgentDefinition(
        model=MODEL_DEPLOYMENT,
        instructions=SYSTEM_POLICY,
        tools=[search_tool, ticket_tool]))
print(agent.id, agent.version)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Foundry agent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operational complexity index: add hosting and orchestration only when autonomy, custom code, or specialization justifies extra identity, state, and observability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Foundry agent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 one bounded agent complete the task with one identity and tool set?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Prefer one agent; simpler state and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Split specialists and add explicit handoff/orchestrator contracts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Foundry agent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Tool abuse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Broad permissions or weak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Allow-list actions and validate arguments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stop 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Turn/time/cost budgets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Cross-user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Memory partition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Key state by tenant + user +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Opaque 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Agent loses context/owner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Typed handoff payload + trace link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04: Build a Foundry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Build a Foundry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04 · labs/lab-04-build-a-foundry-agent/README.md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mslearn-ai-agents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7eafc3c339d3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01-build-agent-portal-and-vscode.md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Generative AI and agentic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01-build-agent-portal-and-vscode.md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01-build-agent-portal-and-vscode/IT_Policy.txt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agent-portal-and-vscode/system_performance.csv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import base64
   import os
   from pathlib import Path
   from azure.ai.projects import AIProjectClient
   from azure.identity import DefaultAzureCredential
   from dotenv import load_dotenv
   OUTPUT_DIR = Path("agent_outputs")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python -m venv labenv
   .\labenv\Scripts\Activate.ps1
   pip install -r requirements.txt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agent = project.agents.create_version(
    agent_name="support-triage",
    definition=PromptAgentDefinition(
        model=MODEL_DEPLOYMENT,
        instructions=SYSTEM_POLICY,
        tools=[search_tool, ticket_tool]))
print(agent.id, agent.version)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Project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Configure your agent with instructions and grounding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your agent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Interact with your agent using VS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Labfiles/01-build-agent-portal-and-vscode/IT_Policy.txt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Labfiles/01-build-agent-portal-and-vscode/system_performance.csv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Labfiles/01-build-agent-portal-and-vscode/Python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Instructions/Exercises/01-build-agent-portal-and-vscode.md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04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04: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official/mslearn-ai-agents/Instructions/Exercises/01-build-agent-portal-and-vscode.md;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Use a custom tool in an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GENERATIVE AI AND AGENTIC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GENERATIVE AI AND AGENTIC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Use a custom tool in an agent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 + model + tool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Typed schema, narrow permissions, timeouts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Conversation/session state separated by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Tracing, approvals, budgets, kill switch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Use a custom tool in an agent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Receive 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Plan next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Call approved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Inspect observation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Stop or continue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Use a custom tool in an agent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Tool schema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name + JSON parameters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unknown arguments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Dedicated agent principal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No shared admin 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max turns / tokens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Hard termination condition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span, tool call, result, decision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Replayable evidence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Use a custom tool in an agent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agent = project.agents.create_version(
    agent_name="support-triage",
    definition=PromptAgentDefinition(
        model=MODEL_DEPLOYMENT,
        instructions=SYSTEM_POLICY,
        tools=[search_tool, ticket_tool]))
print(agent.id, agent.version)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Use a custom tool in an agent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operational complexity index: add hosting and orchestration only when autonomy, custom code, or specialization justifies extra identity, state, and observability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Use a custom tool in an agent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 one bounded agent complete the task with one identity and tool set?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Prefer one agent; simpler state and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Split specialists and add explicit handoff/orchestrator contracts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Use a custom tool in an agent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Tool abuse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Broad permissions or weak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Allow-list actions and validate arguments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stop 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Turn/time/cost budgets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Cross-user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Memory partition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Key state by tenant + user +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Opaque 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Agent loses context/owner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Typed handoff payload + trace link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05: Use a custom tool in an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Use a custom tool in an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05 · labs/lab-05-use-a-custom-tool-in-an-agent/README.md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mslearn-ai-agents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7eafc3c339d3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02-agent-custom-tools.md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Generative AI and agentic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02-agent-custom-tools.md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Labfiles/02-agent-custom-tools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nstructions/Exercises/02-agent-custom-tools.md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Define the observation report generation function tool
   report_tool = FunctionTool(
       name="generate_observation_report",
       description="Generate a report summarizing an astronomical observation",
       parameters={
           "type": "object",
           "properties": {
               "event_name": {
                   "type": "string",
                   "description": "the name of the astronomical event being observed",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Define the observation cost function tool
   cost_tool = FunctionTool(
       name="calculate_observation_cost",
       description="Calculate the cost of an observation based on the telescope tier, number of hours, and priority level.",
       parameters={
           "type": "object",
           "properties": {
               "telescope_tier": {
                   "type": "string",
                   "description": "the tier of the telescope (e.g. 'standard', 'advanced', 'premium')",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Process function calls
   for item in response.output:
       if item.type == "function_call":
           # Retrieve the matching function tool
           function_name = item.name
           result = None
           if item.name == "next_visible_event":
               result = next_visible_event(**json.loads(item.arguments))
           elif item.name == "calculate_observation_cost":
               result = calculate_observation_cost(**json.loads(item.arguments))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Foundry project with the Foundry Toolkit for VS Code extension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Deploy a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Clone the starter code repository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function for the agent to 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Labfiles/02-agent-custom-tools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Instructions/Exercises/02-agent-custom-tools.md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05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05: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official/mslearn-ai-agents/Instructions/Exercises/02-agent-custom-tools.md;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Develop a vision-enabled chat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COMPUTER VISION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COMPUTER VISION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Develop a vision-enabled chat app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Brief or visual media + rights/consent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Generation, editing, or multimodal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Safety filter + visual claim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Asset, caption, alt text, grounded answer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vision-enabled chat app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media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Choose model/task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or analyze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Human approve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vision-enabled chat app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asset_id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source/output 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Provenance and rollback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model_version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pinned deployment/version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Reproducible evaluation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claim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+ source evidence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unsupported product facts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review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approved + reason + owner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Publication gate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vision-enabled chat app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brief = {"capacity_ml": 500, "allowed_claims": ["reusable"]}
claims = ["reusable", "48-hour cooling"]
unsupported = set(claims) - set(brief["allowed_claims"])
assert not unsupported, f"Reject unsupported claims: {unsupported}"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vision-enabled chat app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Illustrative review set (%): generation quality alone does not grant publication; groundedness, safety, accessibility, and human approval are separate gates.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vision-enabled chat app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task create new media or interpret existing visual evidence?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generation/editing with brand and safety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multimodal understanding with provenance and grounded answers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vision-enabled chat app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Fabricated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Output exceeds source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Compare with approved attributes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Text embedded in image instructs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Treat media as untrusted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Alt text omits visual 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Evaluate against source image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Reference media lacks permission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Validate provenance and consent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06: Develop a vision-enabled chat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Develop a vision-enabled chat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06 · labs/lab-06-develop-a-vision-enabled-chat-app/README.md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mslearn-ai-vision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5d8e9d8a2ce4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01-gen-ai-vision.md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Computer 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01-gen-ai-vision.md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Labfiles/gen-ai-vision/mango.jpeg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labfiles/gen-ai-vision/python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Get a response to image input
   image_path = Path("mystery-fruit.jpeg")
   image_format = "jpeg"
   with open(image_path, "rb") as image_file:
        image_data = base64.b64encode(image_file.read()).decode("utf-8")
   data_url = f"data:image/{image_format};base64,{image_data}"
   response = client.responses.create(
        model=model_deployment,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DCEBFF"/>
                </a:solidFill>
                <a:latin typeface="Consolas"/>
              </a:rPr>
              <a:t># Get a response to image input
   image_url = "https://microsoftlearning.github.io/mslearn-ai-vision/Labfiles/gen-ai-vision/orange.jpeg"
   response = client.responses.create(
        model=model_deployment,
        input=[
            {"role": "developer", "content": system_message},
            { "role": "user", "content": [  
                { "type": "input_text", "text": prompt},
                { "type": "input_image", "image_url": image_url}
            ]}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# Create an OpenAI client
   credential = DefaultAzureCredential()
   token_provider = get_bearer_token_provider(credential, "https://ai.azure.com/.default")
   client = OpenAI(
       base_url=openai_endpoint,
       api_key=token_provider()
  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project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Deploy a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the model in the playground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client application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Labfiles/gen-ai-vision/mango.jpeg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labfiles/gen-ai-vision/python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Labfiles/gen-ai-vision/python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Labfiles/gen-ai-vision/orange.jpeg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06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06: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official/mslearn-ai-vision/Instructions/Exercises/01-gen-ai-vision.md;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Text analysis · agents · content understanding · knowledge mining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Analyze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TEXT ANALYSIS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TEXT ANALYSIS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Analyze text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Source message + language + provenance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Topic, entities, sentiment,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Typed JSON + exact evidence spans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PII gate, human review, agent tool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Analyze text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Detect language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typed fields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Verify source spans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Redact sensitive 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Route for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Analyze text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message_id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source 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Traceability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evidence_span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source substring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unsupported claims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sensitive_content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boolean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Review and redact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review_required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boolean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No unsafe auto-action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Analyze text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record = {"message_id": "M1", "evidence_span": "refund for order 12345"}
source = "I need a refund for order 12345."
assert record["evidence_span"] in source
# Validate every generated field before an agent uses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Analyze text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Illustrative evaluation set (%): report source-grounded extraction, translation fidelity, and sensitive-content handling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Analyze text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 typed fields be supported by exact source spans?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Accept schema-valid result after policy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Require human review or a deterministic service fallback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Analyze text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Invented 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Model guesses a customer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Require exact evidence span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PII leak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Identifier enters logs or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 before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Translation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Domain term changes meaning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Compare source and translation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Bad 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Agent tool receives malformed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Validate types and required fields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07: Analyze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Analyze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07 · labs/lab-07-analyze-text/README.md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mslearn-ai-language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cea991780248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01-analyze-text.md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analysis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01-analyze-text.md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Labfiles/01-analyze-text/Python/text-analysis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Instructions/Exercises/01-analyze-text.md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# Get PII
   pii_result = ai_client.recognize_pii_entities(documents=[text])[0]
   pii_entities = pii_result.entities
   if len(pii_entities) &gt; 0:
        print("\nPII Entities")
        for pii_entity in pii_entities:
            print('\t{} ({})'.format(pii_entity.text, pii_entity.category)) 
        print("Redacted Text:\n {}".format(pii_result.redacted_text))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# Get entities
   entities = ai_client.recognize_entities(documents=[text])[0].entities
   if len(entities) &gt; 0:
        print("\nEntities")
        for entity in entities:
            print('\t{} ({})'.format(entity.text, entity.category))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# Get language
   detectedLanguage = ai_client.detect_language(documents=[text])[0]
   print('\nLanguage: {}'.format(detectedLanguage.primary_language.name))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project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Get the application files from GitHub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Configure your application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Add code to connect to your Azure AI Language resource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Labfiles/01-analyze-text/Python/text-analysis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Instructions/Exercises/01-analyze-text.md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07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07: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official/mslearn-ai-language/Instructions/Exercises/01-analyze-text.md;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TOPIC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Develop a text analysis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TEXT ANALYSIS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TEXT ANALYSIS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Develop a text analysis agent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Language detection, entities, sentiment, PII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STT/TTS + custom speech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Text/document/speech translation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Locale, pronunciation, latency, fallback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Develop a text analysis agent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Detect locale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Transcribe / parse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meaning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Translate / synthesize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Develop a text analysis agent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language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en-SG / zh-Hans / auto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Affects model and voice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offset + length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Unicode text span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Preserve source mapping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SSML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voice, prosody, phoneme, break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Controlled speech output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recognition result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+ reason + duration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Handle NoMatch/Canceled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text analysis agent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&lt;speak version="1.0" xml:lang="en-SG"&gt;
  &lt;voice name="en-SG-LunaNeural"&gt;
    Your request is &lt;prosody rate="-5%"&gt;approved&lt;/prosody&gt;.
  &lt;/voice&gt;
&lt;/speak&gt;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text analysis agent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word error rate (%): acoustic context changes recognition quality. Test the real channel and vocabulary; do not accept a studio-only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Develop a text analysis agent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application need deterministic intents/entities or flexible generation?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Azure Language or typed structured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generative model with schema validation and safety controls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Develop a text analysis agent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Audio/language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Inspect reason and locale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PII leak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Transcript retained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 before 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Bad pronunciation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Voice/phoneme mismatch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SSML phoneme/lexicon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Translation drift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Domain terms mistranslated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Glossary/custom model +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08: Develop a text analysis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Develop a text analysis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08 · labs/lab-08-develop-a-text-analysis-agent/README.md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mslearn-ai-language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cea991780248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02-language-agent.md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analysis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02-language-agent.md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Labfiles/02-language-agent/Python/text-agent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Instructions/Exercises/02-language-agent.md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# Use the agent to get a response
   prompt = input("User prompt: ")
   response = openai_client.responses.create(
        input=[{"role": "user", "content": prompt}],
        extra_body={"agent_reference": {"name": agent_name, "type": "agent_reference"}},
   )
   print(f"{agent_name}: {response.output_text}")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# Get project client
   project_client = AIProjectClient(
        endpoint=foundry_endpoint,
        credential=DefaultAzureCredential(),
  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# import namespaces
   from azure.identity import DefaultAzureCredential
   from azure.ai.projects import AIProjectClient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Prerequisites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project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an 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an Azure Language in Foundry Tools connection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Test the Azure Language tool in the playground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Labfiles/02-language-agent/Python/text-agent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Instructions/Exercises/02-language-agent.md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08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08: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official/mslearn-ai-language/Instructions/Exercises/02-language-agent.md;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Extract multimodal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INFORMATION EXTRACTION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Extract multimodal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multimodal-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Document/image/audio/video + content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Prebuilt/custom/composed/Content Understanding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Fields, tables, spans, confidence, provenance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Downstream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Validation, search, workflow,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 EXTRACTION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Extract multimodal information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Document/image/audio/video + content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Prebuilt/custom/composed/Content Understanding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Fields, tables, spans, confidence, provenance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Downstream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Validation, search, workflow, audit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Extract multimodal information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Classify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analyzer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confidence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Route downstream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Extract multimodal information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modelId / analyzerId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prebuilt or versioned custom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Release identity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pages / spans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offset + length + polygon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 extracted value to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field-level 0–1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Drive review threshold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operation-location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async result URL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Poll until succeeded/failed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Extract multimodal information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poller = client.begin_analyze_document(
    model_id="prebuilt-invoice",
    body=document_bytes,
    content_type="application/pdf")
result = poller.result()
for doc in result.documents:
    print(doc.fields["InvoiceTotal"].value_currency)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Extract multimodal information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field F1: prebuilt models excel on supported formats; custom/composed models or Content Understanding address domain-specific and multimodal schemas.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Extract multimodal information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input a supported document with a stable prebuilt schema?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prebuilt Document Intelligence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custom/composed models or Content Understanding for multimodal/domain schemas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Extract multimodal information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Wrong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Document type misclassified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Classify first or use composed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Low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Layout/domain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Human review + retraining sample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Async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Polling/size/page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Honor operation status and limits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Lost provenance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Value stored without span/page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Persist source URI + region/span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09: Extract multimodal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Extract multimodal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09 · labs/lab-09-extract-multimodal-information/README.md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mslearn-ai-information-extraction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a79b11a76caf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01-content-understanding.md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Information extraction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01-content-understanding.md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Labfiles/content/content.zip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ructions/Exercises/01-content-understanding.md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poller = client.begin_analyze_document(
    model_id="prebuilt-invoice",
    body=document_bytes,
    content_type="application/pdf")
result = poller.result()
for doc in result.documents:
    print(doc.fields["InvoiceTotal"].value_currency)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modelId / analyzerId: prebuilt or versioned custom  # Release identity
pages / spans: offset + length + polygon  # Trace extracted value to source
confidence: field-level 0–1  # Drive review threshold
operation-location: async result URL  # Poll until succeeded/failed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Input: Document/image/audio/video + content type
Analyzer: Prebuilt/custom/composed/Content Understanding
Schema: Fields, tables, spans, confidence, provenance
Downstream: Validation, search, workflow,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Microsoft Foundry resource and project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Download content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Try prebuilt analyzers in Microsoft Foundry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Use the Layout analyzer in the playground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Set up Content Understanding Studio for custom analyzers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Labfiles/content/content.zip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Instructions/Exercises/01-content-understanding.md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README.md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09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09: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official/mslearn-ai-information-extraction/Instructions/Exercises/01-content-understanding.md;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Build a knowledge mining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INFORMATION EXTRACTION · AI-103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INFORMATION EXTRACTION · AI-103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Build a knowledge mining solution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Blob/SQL/Cosmos data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Enrichment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Indexer + skillset + 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Text, filters, vectors, semantic 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BM25 + vector + RRF + semantic rerank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knowledge mining solution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Crack documents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Enrich skills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Project fields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 vector index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Hybrid query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knowledge mining solution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key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Edm.String, key=true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Unique document/chunk 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vector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Collection(Edm.Single)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Dimensions + HNSW profile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search/filter/select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query contract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Reduce exposure and payload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scores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@search.score / rerankerScore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Different scales; do not compare directly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knowledge mining solution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{
  "search": "maintenance policy",
  "vectorQueries": [{"kind": "text", "text": "maintenance policy",
+                       "fields": "content_vector"}],
  "queryType": "semantic",
  "filter": "tenant_id eq 'T-42'",
  "top": 5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knowledge mining solution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nDCG@5: hybrid retrieval often improves coverage, while semantic reranking improves ordering. Validate with your own judged query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knowledge mining solution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Must the system support exact terms, filters, and semantic similarity together?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hybrid query + filters + semantic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the simplest retrieval mode that meets measured relevance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Build a knowledge mining solution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Indexer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Skill input path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Inspect enrichment tree and field mappings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Empty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Embedding skill/vectorizer 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Check endpoint, dimensions, projection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Poor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judged query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Create labels and compare retrieval modes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Data leak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filterable security field absent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Enforce tenant/ACL filter before 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10: Build a knowledge mining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Build a knowledge mining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Complete the official exercise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The official exercise completes with its expected output; a second learner can reproduce the result from the source instructions and the recorded environment.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10 · labs/lab-10-build-a-knowledge-mining-solution/README.md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MICROSOFTLEARNING · EXACT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pinned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Repository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mslearn-ai-information-extraction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MIT source snapshot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a79b11a76caf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SHA-256 per file in source manifest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Exercise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04-knowledge-mining.md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Unchanged instruction file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Domain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Information extraction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AI-103 study guide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ASSET AND RUNTIME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input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04-knowledge-mining.md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Labfiles/knowledge/documents.zip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Labfiles/04-knowledge-mining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subscription · Python 3.13 ·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implementation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{
        "search": "New York",
        "count": true,
        "select": "title,keyPhrases",
        "filter": "metadata_storage_size lt 380000"
   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implementation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{
      "search": "New York",
      "count": true,
      "select": "title,keyPhrases"
   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EXCERPT OR DOMAIN CONTRACT · SEE UNCHANGED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implementation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python -m venv labenv
    labenv\Scripts\activate
    pip install -r requirements.txt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SOURCE EXERCISE · NAMED RUNTIME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mechanism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Azure resources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an Azure AI Search resource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 storage account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Upload documents to Azure Storage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Create and run an indexer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REPRODUCIBLE FILE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source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Labfiles/knowledge/documents.zip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2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Labfiles/04-knowledge-mining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3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Instructions/Exercises/04-knowledge-mining.md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 4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LICENSE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path in pinned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INPUT · OUTPUT · CONTROL ·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Official lab 10 · evidence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resource / model / source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Capture before run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Output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result / request ID / 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Compare to exercise expectation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quality / latency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State unit and sample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failure / limit / next 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Explain product implication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Complete the pinned MicrosoftLearning exercise official/mslearn-ai-information-extraction/Instructions/Exercises/04-knowledge-mining.md; capture its expected output, relevant version/endpoint, one measured result, and an explained failure or limitation.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Assessment and course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Evidence submission · assessment flow ·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enquiries and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Contact Tertiary Courses for current course details, schedules, and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Tertiary Courses · Course Enquiries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 · K1–K6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 · A1–A6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Approved materials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Candidate papers on LMS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END-OF-COURSE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Submit on LMS + sign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the LMS/TMS QR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digital attendance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Confirm attendance recorded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Assessment Summary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You can now explain, test, and operate an end-to-end Azure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